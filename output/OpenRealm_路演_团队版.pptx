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ad245b4e4e4211" /><Relationship Type="http://schemas.openxmlformats.org/officeDocument/2006/relationships/extended-properties" Target="/docProps/app.xml" Id="Rb7e032d706cd416e" /><Relationship Type="http://schemas.openxmlformats.org/officeDocument/2006/relationships/officeDocument" Target="/ppt/presentation.xml" Id="Re986212413bb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7371e3a4074717"/>
  </p:sldMasterIdLst>
  <p:notesMasterIdLst>
    <p:notesMasterId xmlns:r="http://schemas.openxmlformats.org/officeDocument/2006/relationships" r:id="R7691677bc8d74f65"/>
  </p:notesMasterIdLst>
  <p:sldIdLst>
    <p:sldId xmlns:r="http://schemas.openxmlformats.org/officeDocument/2006/relationships" id="256" r:id="R7424ada81ec64186"/>
    <p:sldId xmlns:r="http://schemas.openxmlformats.org/officeDocument/2006/relationships" id="257" r:id="R39bbd4fcadd24b5c"/>
    <p:sldId xmlns:r="http://schemas.openxmlformats.org/officeDocument/2006/relationships" id="258" r:id="Rf81679aaa0024352"/>
    <p:sldId xmlns:r="http://schemas.openxmlformats.org/officeDocument/2006/relationships" id="259" r:id="Re7feb06b6d4a439d"/>
    <p:sldId xmlns:r="http://schemas.openxmlformats.org/officeDocument/2006/relationships" id="260" r:id="Rb6e9ce908c4e4635"/>
    <p:sldId xmlns:r="http://schemas.openxmlformats.org/officeDocument/2006/relationships" id="261" r:id="R5674f52e839645a7"/>
    <p:sldId xmlns:r="http://schemas.openxmlformats.org/officeDocument/2006/relationships" id="262" r:id="R217352d361114d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1c226fcad9481f" /><Relationship Type="http://schemas.openxmlformats.org/officeDocument/2006/relationships/slideMaster" Target="/ppt/slideMasters/slideMaster1.xml" Id="R187371e3a4074717" /><Relationship Type="http://schemas.openxmlformats.org/officeDocument/2006/relationships/notesMaster" Target="/ppt/notesMasters/notesMaster1.xml" Id="R7691677bc8d74f65" /><Relationship Type="http://schemas.openxmlformats.org/officeDocument/2006/relationships/presProps" Target="/ppt/presProps.xml" Id="R7a7a95bf896c41bc" /><Relationship Type="http://schemas.openxmlformats.org/officeDocument/2006/relationships/tableStyles" Target="/ppt/tableStyles.xml" Id="Rb5b640742e3d4e35" /><Relationship Type="http://schemas.openxmlformats.org/officeDocument/2006/relationships/slide" Target="/ppt/slides/slide1.xml" Id="R7424ada81ec64186" /><Relationship Type="http://schemas.openxmlformats.org/officeDocument/2006/relationships/slide" Target="/ppt/slides/slide2.xml" Id="R39bbd4fcadd24b5c" /><Relationship Type="http://schemas.openxmlformats.org/officeDocument/2006/relationships/slide" Target="/ppt/slides/slide3.xml" Id="Rf81679aaa0024352" /><Relationship Type="http://schemas.openxmlformats.org/officeDocument/2006/relationships/slide" Target="/ppt/slides/slide4.xml" Id="Re7feb06b6d4a439d" /><Relationship Type="http://schemas.openxmlformats.org/officeDocument/2006/relationships/slide" Target="/ppt/slides/slide5.xml" Id="Rb6e9ce908c4e4635" /><Relationship Type="http://schemas.openxmlformats.org/officeDocument/2006/relationships/slide" Target="/ppt/slides/slide6.xml" Id="R5674f52e839645a7" /><Relationship Type="http://schemas.openxmlformats.org/officeDocument/2006/relationships/slide" Target="/ppt/slides/slide7.xml" Id="R217352d361114d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100597d3c6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5b4dc789de4fce" /><Relationship Type="http://schemas.openxmlformats.org/officeDocument/2006/relationships/notesMaster" Target="/ppt/notesMasters/notesMaster1.xml" Id="R6c5683b99d72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fe0fe747c94a9c" /><Relationship Type="http://schemas.openxmlformats.org/officeDocument/2006/relationships/notesMaster" Target="/ppt/notesMasters/notesMaster1.xml" Id="R97d3c491c9ce43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0777405a004831" /><Relationship Type="http://schemas.openxmlformats.org/officeDocument/2006/relationships/notesMaster" Target="/ppt/notesMasters/notesMaster1.xml" Id="R025bbf8a537f44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aee17a513b428c" /><Relationship Type="http://schemas.openxmlformats.org/officeDocument/2006/relationships/notesMaster" Target="/ppt/notesMasters/notesMaster1.xml" Id="R1340a5a803f942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5c00b192e0498b" /><Relationship Type="http://schemas.openxmlformats.org/officeDocument/2006/relationships/notesMaster" Target="/ppt/notesMasters/notesMaster1.xml" Id="R5df6dc672cef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5d94cb1a0a4053" /><Relationship Type="http://schemas.openxmlformats.org/officeDocument/2006/relationships/notesMaster" Target="/ppt/notesMasters/notesMaster1.xml" Id="Rc09b4bd808e24f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80a3682d3048be" /><Relationship Type="http://schemas.openxmlformats.org/officeDocument/2006/relationships/notesMaster" Target="/ppt/notesMasters/notesMaster1.xml" Id="R4bea757f7c704c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第一位演讲者，0:00–0:10。开场提问：为什么创造一个完整的游戏世界，就一定需要一家庞大的游戏公司？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0:10–0:45。三位开发者分别擅长魔法森林、装备锻造和冒险故事，但难以独自承担完整游戏世界的成本。合作时，玩家资产、收益规则和运营体系又彼此割裂。为什么不能共同创造同一个世界？这就是 OpenRealm 的初衷。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第二位演讲者，0:45–1:20。OpenRealm 是构建在 Monad 上、面向独立游戏开发者的开放式共创协议。第一，共同创造：围绕同一个世界观开发不同游戏模块。第二，共享身份：统一链上 Passport 让模块识别同一个玩家。第三，透明分账：预先约定规则，由智能合约自动执行。我们想建立让独立创作者共同建设游戏世界的基础设施。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第三位演讲者，1:20–1:55。切换到网站。连接钱包，领取 World Passport，展示 Passport NFT。进入 Mystic Forest，展示森林场景，再进入另一位开发者创造的 Arcane Forge。强调两个模块识别同一份玩家身份。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第三位演讲者，1:55–2:15。在网站购买工坊模块，展示交易记录和收益状态。根据预先约定的规则，80% 归模块开发者，20% 归共享世界金库。创作者既能独立开发并获得收入，也能共同建设更大的世界。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第一位演讲者，2:15–2:35。创作者共同建设世界，需要不依赖单一平台信任、公开透明且共同遵守的规则。Monad 上的智能合约为合作提供基础。商业模式：开发者通过模块获得收入，一部分收益支持整个世界持续建设。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位演讲者，2:35–3:00。今天只展示两个模块。未来希望有几十个、几百个，甚至更多创作者的故事。他们不需要加入同一家公司，也不需要放弃独立性。每个人创造世界的一部分，最终连接成一个更大的世界。We don’t need one big studio to build one big world. 我们需要的是一套让独立创作者共同创造的协议。这就是 OpenRealm，谢谢大家。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08cc0ff8f4d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571c5cacf4a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863a3e7054f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9ed7601514e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af0b072f343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a11f2f8744d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E3E08E-E618-4626-B88B-4CA4F15C6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0D3CCD-9708-4AEE-A5BB-78518C39EB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F33ADD-6248-4451-997D-9D964D8BF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E208E6-BC50-4235-9153-AE90E81C2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8C969F-2802-4F05-B2EB-C397C28D7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D4E57C-458C-40F5-8C12-3ACF35CC8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BD0BDA-DCFF-4EB6-AEB8-5A827FA3CE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BB3059-BE29-47CD-8EFE-7EEE1CB316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3296E-4231-4835-B1FF-812C90BF22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30DFD0-5785-45DF-99F2-3CBA1F4847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cec813fca04d1e" /><Relationship Type="http://schemas.openxmlformats.org/officeDocument/2006/relationships/slideLayout" Target="/ppt/slideLayouts/slideLayout1.xml" Id="Rfb5acccbb813468e" /><Relationship Type="http://schemas.openxmlformats.org/officeDocument/2006/relationships/slideLayout" Target="/ppt/slideLayouts/slideLayout2.xml" Id="R8e689139904f4125" /><Relationship Type="http://schemas.openxmlformats.org/officeDocument/2006/relationships/slideLayout" Target="/ppt/slideLayouts/slideLayout3.xml" Id="R38e7fa7fc772415b" /><Relationship Type="http://schemas.openxmlformats.org/officeDocument/2006/relationships/slideLayout" Target="/ppt/slideLayouts/slideLayout4.xml" Id="R3500f3b24bd94a92" /><Relationship Type="http://schemas.openxmlformats.org/officeDocument/2006/relationships/slideLayout" Target="/ppt/slideLayouts/slideLayout5.xml" Id="R1fcb9d45fdd64fe9" /><Relationship Type="http://schemas.openxmlformats.org/officeDocument/2006/relationships/slideLayout" Target="/ppt/slideLayouts/slideLayout6.xml" Id="Rc90851154c2d4d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5acccbb813468e"/>
    <p:sldLayoutId xmlns:r="http://schemas.openxmlformats.org/officeDocument/2006/relationships" id="2147483650" r:id="R8e689139904f4125"/>
    <p:sldLayoutId xmlns:r="http://schemas.openxmlformats.org/officeDocument/2006/relationships" id="2147483651" r:id="R38e7fa7fc772415b"/>
    <p:sldLayoutId xmlns:r="http://schemas.openxmlformats.org/officeDocument/2006/relationships" id="2147483652" r:id="R3500f3b24bd94a92"/>
    <p:sldLayoutId xmlns:r="http://schemas.openxmlformats.org/officeDocument/2006/relationships" id="2147483653" r:id="R1fcb9d45fdd64fe9"/>
    <p:sldLayoutId xmlns:r="http://schemas.openxmlformats.org/officeDocument/2006/relationships" id="2147483654" r:id="Rc90851154c2d4d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d9cd3dff34060" /><Relationship Type="http://schemas.openxmlformats.org/officeDocument/2006/relationships/notesSlide" Target="/ppt/notesSlides/notesSlide1.xml" Id="R928a1a10c46b49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ca61ebe4b4426" /><Relationship Type="http://schemas.openxmlformats.org/officeDocument/2006/relationships/notesSlide" Target="/ppt/notesSlides/notesSlide2.xml" Id="R961c37ab190a4f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1394775b94db0" /><Relationship Type="http://schemas.openxmlformats.org/officeDocument/2006/relationships/notesSlide" Target="/ppt/notesSlides/notesSlide3.xml" Id="Rd176b93d103e4a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3ca87ea4a417b" /><Relationship Type="http://schemas.openxmlformats.org/officeDocument/2006/relationships/notesSlide" Target="/ppt/notesSlides/notesSlide4.xml" Id="R89b6631987ee46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1218ff6f24d96" /><Relationship Type="http://schemas.openxmlformats.org/officeDocument/2006/relationships/notesSlide" Target="/ppt/notesSlides/notesSlide5.xml" Id="Rb999ab5a416849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1d859047d7483f" /><Relationship Type="http://schemas.openxmlformats.org/officeDocument/2006/relationships/notesSlide" Target="/ppt/notesSlides/notesSlide6.xml" Id="R8256078ec1c44b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b211e5e914e6f" /><Relationship Type="http://schemas.openxmlformats.org/officeDocument/2006/relationships/notesSlide" Target="/ppt/notesSlides/notesSlide7.xml" Id="R2987ee6919e344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CE092-780A-4FFF-896B-E33050B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OpenRealm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FEAA8-493C-4120-90B2-B6887B98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一个世界，无数创作者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290F5-F87A-40B0-9099-75FB84F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One World. Many Creators.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DA394-EB6A-4E3E-B490-80D10EEF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基于 Monad 的开放式游戏共创协议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8911F-77EC-4173-B249-320F7287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Oops! We Built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28389-12CD-4ABC-BB8F-26A81C6C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43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洪婧淇   瞿杰   梁馨匀</a:t>
            </a:r>
          </a:p>
        </p:txBody>
      </p:sp>
    </p:spTree>
    <p:extLst>
      <p:ext uri="{BB962C8B-B14F-4D97-AF65-F5344CB8AC3E}">
        <p14:creationId xmlns:p14="http://schemas.microsoft.com/office/powerpoint/2010/main" val="1478990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A9687-B851-4F00-AF82-2D37277A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独立创作者，不必独自造一个世界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601F3-119A-47E9-BE17-58CA1A2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魔法森林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83F1C-CBDA-4B6A-A8E7-C9B2107F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装备锻造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9A398-64DD-46CC-96C0-0F6E518C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冒险故事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5B4A0-01B3-4D33-9FB7-F94832F8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每个人都有出色的创意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B45C1-775F-4D43-A67F-C4484687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完整世界成本高，跨游戏合作又彼此割裂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03F0A-2FE1-4B6C-B4BF-EB5FE8D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让他们共同创造同一个世界</a:t>
            </a:r>
          </a:p>
        </p:txBody>
      </p:sp>
    </p:spTree>
    <p:extLst>
      <p:ext uri="{BB962C8B-B14F-4D97-AF65-F5344CB8AC3E}">
        <p14:creationId xmlns:p14="http://schemas.microsoft.com/office/powerpoint/2010/main" val="501852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0F6D0-FBC2-4F4E-8928-634AEB6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OpenRealm 的三个核心机制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2E566-FD55-4DF5-B0F8-CAFA668C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D0883-0B69-4108-B309-AE6581B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431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共同创造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2CCB8-4750-4AFB-A15D-2F5B509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同一世界观，不同开发者创造游戏模块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14936-612F-4BDD-94D6-BC6CE86A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D4D04-CA5D-4356-B9CD-CA8E6973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48050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共享身份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57FAC-917C-4FA6-8AFF-C154ACE2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95675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统一链上 Passport，跨模块识别玩家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94792-4671-4C83-B48A-AA1C73F9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80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85387-C729-4B52-B1BE-4E110AC3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529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透明分账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0F948-CEEB-4B0F-BA2B-34F92503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00600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预先约定收入规则，智能合约自动执行</a:t>
            </a:r>
          </a:p>
        </p:txBody>
      </p:sp>
    </p:spTree>
    <p:extLst>
      <p:ext uri="{BB962C8B-B14F-4D97-AF65-F5344CB8AC3E}">
        <p14:creationId xmlns:p14="http://schemas.microsoft.com/office/powerpoint/2010/main" val="4511963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CBD77-F28E-4F38-8892-2EFB632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Aetheria：共享世界的第一步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72BED-2667-4279-A37A-1EC2564B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World Passport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91F76-ACB5-4061-B365-B34A78C8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连接钱包，领取身份凭证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1B33E-91CC-44D2-8C8D-A85BAB9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Mystic Forest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DE474-B57C-4BF4-9F7A-E390449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魔法森林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7B440-D472-40CF-A63A-812B0DFD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481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Arcane Forge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6DDD4-417B-4552-A169-1D31818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奥术工坊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C20D1-A092-44FF-8AA2-872CF634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rPr>
              <a:t>不同创作者的模块，识别同一个玩家</a:t>
            </a:r>
          </a:p>
        </p:txBody>
      </p:sp>
    </p:spTree>
    <p:extLst>
      <p:ext uri="{BB962C8B-B14F-4D97-AF65-F5344CB8AC3E}">
        <p14:creationId xmlns:p14="http://schemas.microsoft.com/office/powerpoint/2010/main" val="17529871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36471-7C31-4D65-B9B1-ADF3F69B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每次购买，都支持创作者与世界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41C93-8800-431E-A137-29347858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E5E4F-C44F-4953-8956-247882DE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83E4C2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A5B3B-9680-4A6C-BDE8-81D7B3B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模块开发者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D202E-1F2B-4FCE-8A70-12F90D2B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共享世界金库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16DD3-A2B3-4914-A7E5-9E9DB395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获得模块收入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DC183-44A5-4A57-A85B-F9E43E1A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支持世界持续建设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35C1A-9D8F-4678-A27F-7023F288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Monad 智能合约按约定执行分账</a:t>
            </a:r>
          </a:p>
        </p:txBody>
      </p:sp>
    </p:spTree>
    <p:extLst>
      <p:ext uri="{BB962C8B-B14F-4D97-AF65-F5344CB8AC3E}">
        <p14:creationId xmlns:p14="http://schemas.microsoft.com/office/powerpoint/2010/main" val="1098789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E9529-EF63-474B-8FE4-2DD28711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为什么选择 Monad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74F63-C466-47D4-8556-DFDE99D7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共同创造，需要共同遵守的规则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BFCCE-995D-4338-B6BA-8675417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规则公开透明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3466C-9338-4B28-854C-DDA83DAC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智能合约执行约定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503B4-2518-4FE8-99DB-3FA8B8E0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减少对单一平台的信任依赖</a:t>
            </a:r>
          </a:p>
        </p:txBody>
      </p:sp>
    </p:spTree>
    <p:extLst>
      <p:ext uri="{BB962C8B-B14F-4D97-AF65-F5344CB8AC3E}">
        <p14:creationId xmlns:p14="http://schemas.microsoft.com/office/powerpoint/2010/main" val="1909243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260DB-E63F-422A-B610-7971A2CA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每个人创造世界的一部分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FFF07-5665-41F2-93F8-D803298B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B8A0FF"/>
                </a:solidFill>
                <a:latin typeface="Microsoft YaHei"/>
                <a:ea typeface="Microsoft YaHei"/>
                <a:cs typeface="Microsoft YaHei"/>
              </a:rPr>
              <a:t>所有人的创造，连接成更大的世界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17846-39CF-4621-A938-AC44B378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We don't need one big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CA880-656B-46B3-B814-C539E6D4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to build one big world.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5932E-4CE9-4779-A8A0-CFA405C3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5F3FF"/>
                </a:solidFill>
                <a:latin typeface="Microsoft YaHei"/>
                <a:ea typeface="Microsoft YaHei"/>
                <a:cs typeface="Microsoft YaHei"/>
              </a:rPr>
              <a:t>OpenRealm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4831B-AD84-475B-A40A-F397458B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912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A9C4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721692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2026-10-17T10:03:46.0280000Z</dcterms:created>
  <dcterms:modified xsi:type="dcterms:W3CDTF">2026-10-17T10:03:46.0280000Z</dcterms:modified>
</coreProperties>
</file>