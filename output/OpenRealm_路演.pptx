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e6fae9e54f461e" /><Relationship Type="http://schemas.openxmlformats.org/officeDocument/2006/relationships/extended-properties" Target="/docProps/app.xml" Id="R41e5161b609d44aa" /><Relationship Type="http://schemas.openxmlformats.org/officeDocument/2006/relationships/officeDocument" Target="/ppt/presentation.xml" Id="R773ea051408849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703ebf428a4234"/>
  </p:sldMasterIdLst>
  <p:notesMasterIdLst>
    <p:notesMasterId xmlns:r="http://schemas.openxmlformats.org/officeDocument/2006/relationships" r:id="Rd84d48e7a5c64d19"/>
  </p:notesMasterIdLst>
  <p:sldIdLst>
    <p:sldId xmlns:r="http://schemas.openxmlformats.org/officeDocument/2006/relationships" id="256" r:id="R7fe3f71b4ad841b7"/>
    <p:sldId xmlns:r="http://schemas.openxmlformats.org/officeDocument/2006/relationships" id="257" r:id="Rdec4f72d4f8648eb"/>
    <p:sldId xmlns:r="http://schemas.openxmlformats.org/officeDocument/2006/relationships" id="258" r:id="R0989ebaa65454a54"/>
    <p:sldId xmlns:r="http://schemas.openxmlformats.org/officeDocument/2006/relationships" id="259" r:id="R364e8d11154c4a2b"/>
    <p:sldId xmlns:r="http://schemas.openxmlformats.org/officeDocument/2006/relationships" id="260" r:id="R9995c1c0b1504d00"/>
    <p:sldId xmlns:r="http://schemas.openxmlformats.org/officeDocument/2006/relationships" id="261" r:id="R2a42118b03c94d33"/>
    <p:sldId xmlns:r="http://schemas.openxmlformats.org/officeDocument/2006/relationships" id="262" r:id="R362ea97fdfb646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774f3908c84d6a" /><Relationship Type="http://schemas.openxmlformats.org/officeDocument/2006/relationships/slideMaster" Target="/ppt/slideMasters/slideMaster1.xml" Id="R51703ebf428a4234" /><Relationship Type="http://schemas.openxmlformats.org/officeDocument/2006/relationships/notesMaster" Target="/ppt/notesMasters/notesMaster1.xml" Id="Rd84d48e7a5c64d19" /><Relationship Type="http://schemas.openxmlformats.org/officeDocument/2006/relationships/presProps" Target="/ppt/presProps.xml" Id="Rf3242a5543e8407c" /><Relationship Type="http://schemas.openxmlformats.org/officeDocument/2006/relationships/tableStyles" Target="/ppt/tableStyles.xml" Id="Rc5a1084bc1e042bb" /><Relationship Type="http://schemas.openxmlformats.org/officeDocument/2006/relationships/slide" Target="/ppt/slides/slide1.xml" Id="R7fe3f71b4ad841b7" /><Relationship Type="http://schemas.openxmlformats.org/officeDocument/2006/relationships/slide" Target="/ppt/slides/slide2.xml" Id="Rdec4f72d4f8648eb" /><Relationship Type="http://schemas.openxmlformats.org/officeDocument/2006/relationships/slide" Target="/ppt/slides/slide3.xml" Id="R0989ebaa65454a54" /><Relationship Type="http://schemas.openxmlformats.org/officeDocument/2006/relationships/slide" Target="/ppt/slides/slide4.xml" Id="R364e8d11154c4a2b" /><Relationship Type="http://schemas.openxmlformats.org/officeDocument/2006/relationships/slide" Target="/ppt/slides/slide5.xml" Id="R9995c1c0b1504d00" /><Relationship Type="http://schemas.openxmlformats.org/officeDocument/2006/relationships/slide" Target="/ppt/slides/slide6.xml" Id="R2a42118b03c94d33" /><Relationship Type="http://schemas.openxmlformats.org/officeDocument/2006/relationships/slide" Target="/ppt/slides/slide7.xml" Id="R362ea97fdfb646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9e46d6d7d64f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5201dc8b4c4c54" /><Relationship Type="http://schemas.openxmlformats.org/officeDocument/2006/relationships/notesMaster" Target="/ppt/notesMasters/notesMaster1.xml" Id="R8450f996a9e742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821b985cbc4bbf" /><Relationship Type="http://schemas.openxmlformats.org/officeDocument/2006/relationships/notesMaster" Target="/ppt/notesMasters/notesMaster1.xml" Id="R48aef95417d54b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a6f6a310a54b46" /><Relationship Type="http://schemas.openxmlformats.org/officeDocument/2006/relationships/notesMaster" Target="/ppt/notesMasters/notesMaster1.xml" Id="R91b117f057d949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9dcdebb3dd40a6" /><Relationship Type="http://schemas.openxmlformats.org/officeDocument/2006/relationships/notesMaster" Target="/ppt/notesMasters/notesMaster1.xml" Id="R10820d7ae8ee40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3e214fd4d6435d" /><Relationship Type="http://schemas.openxmlformats.org/officeDocument/2006/relationships/notesMaster" Target="/ppt/notesMasters/notesMaster1.xml" Id="R4d65182839084b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abf2fa94ed4d64" /><Relationship Type="http://schemas.openxmlformats.org/officeDocument/2006/relationships/notesMaster" Target="/ppt/notesMasters/notesMaster1.xml" Id="R0bd48879685c43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0a4fdc844d4b2d" /><Relationship Type="http://schemas.openxmlformats.org/officeDocument/2006/relationships/notesMaster" Target="/ppt/notesMasters/notesMaster1.xml" Id="R379e4e93212b41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第一位演讲者，0:00–0:10。开场提问：为什么创造一个完整的游戏世界，就一定需要一家庞大的游戏公司？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位演讲者，0:10–0:45。三位开发者分别擅长魔法森林、装备锻造和冒险故事，但难以独自承担完整游戏世界的成本。合作时，玩家资产、收益规则和运营体系又彼此割裂。为什么不能共同创造同一个世界？这就是 OpenRealm 的初衷。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第二位演讲者，0:45–1:20。OpenRealm 是构建在 Monad 上、面向独立游戏开发者的开放式共创协议。第一，共同创造：围绕同一个世界观开发不同游戏模块。第二，共享身份：统一链上 Passport 让模块识别同一个玩家。第三，透明分账：预先约定规则，由智能合约自动执行。我们想建立让独立创作者共同建设游戏世界的基础设施。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第三位演讲者，1:20–1:55。切换到网站。连接钱包，领取 World Passport，展示 Passport NFT。进入 Mystic Forest，展示森林场景，再进入另一位开发者创造的 Arcane Forge。强调两个模块识别同一份玩家身份。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第三位演讲者，1:55–2:15。在网站购买工坊模块，展示交易记录和收益状态。根据预先约定的规则，80% 归模块开发者，20% 归共享世界金库。创作者既能独立开发并获得收入，也能共同建设更大的世界。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第一位演讲者，2:15–2:35。创作者共同建设世界，需要不依赖单一平台信任、公开透明且共同遵守的规则。Monad 上的智能合约为合作提供基础。商业模式：开发者通过模块获得收入，一部分收益支持整个世界持续建设。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位演讲者，2:35–3:00。今天只展示两个模块。未来希望有几十个、几百个，甚至更多创作者的故事。他们不需要加入同一家公司，也不需要放弃独立性。每个人创造世界的一部分，最终连接成一个更大的世界。We don’t need one big studio to build one big world. 我们需要的是一套让独立创作者共同创造的协议。这就是 OpenRealm，谢谢大家。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ff971b27af47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cb80e6a2db4b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dee48f5a744a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ad4845ede647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9aa3ebe6a48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6ca983dac4f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BFC1F1-5145-46EF-8758-C750FA0717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BB81888-C1F3-4707-B508-FAD8EE3B30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26E3C6D-4CFC-47D7-9C6B-695A83C0DE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C8FD8B-6EB2-49EC-B3A9-7ABF042DA9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9B6F9C4-F98D-44CA-BBA3-D27B2B6702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FBD8D04-C062-42E7-93D0-B56240326D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E99FE8-2601-4E0D-B1D6-D802A72051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EE21012-E136-4F6B-85B5-E52D60342B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DB6D93-AFD2-4272-A685-EAB210AB80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EF80F9-A02E-40AF-B1EE-B3E81E8DBF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ccf0601e954f53" /><Relationship Type="http://schemas.openxmlformats.org/officeDocument/2006/relationships/slideLayout" Target="/ppt/slideLayouts/slideLayout1.xml" Id="R5f009455c6c045aa" /><Relationship Type="http://schemas.openxmlformats.org/officeDocument/2006/relationships/slideLayout" Target="/ppt/slideLayouts/slideLayout2.xml" Id="R686f7c61d8b14e3c" /><Relationship Type="http://schemas.openxmlformats.org/officeDocument/2006/relationships/slideLayout" Target="/ppt/slideLayouts/slideLayout3.xml" Id="R3f2e873406e540b0" /><Relationship Type="http://schemas.openxmlformats.org/officeDocument/2006/relationships/slideLayout" Target="/ppt/slideLayouts/slideLayout4.xml" Id="R17a2305d5db346a4" /><Relationship Type="http://schemas.openxmlformats.org/officeDocument/2006/relationships/slideLayout" Target="/ppt/slideLayouts/slideLayout5.xml" Id="R5326d7a475bf4265" /><Relationship Type="http://schemas.openxmlformats.org/officeDocument/2006/relationships/slideLayout" Target="/ppt/slideLayouts/slideLayout6.xml" Id="R601a14ee9dd949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009455c6c045aa"/>
    <p:sldLayoutId xmlns:r="http://schemas.openxmlformats.org/officeDocument/2006/relationships" id="2147483650" r:id="R686f7c61d8b14e3c"/>
    <p:sldLayoutId xmlns:r="http://schemas.openxmlformats.org/officeDocument/2006/relationships" id="2147483651" r:id="R3f2e873406e540b0"/>
    <p:sldLayoutId xmlns:r="http://schemas.openxmlformats.org/officeDocument/2006/relationships" id="2147483652" r:id="R17a2305d5db346a4"/>
    <p:sldLayoutId xmlns:r="http://schemas.openxmlformats.org/officeDocument/2006/relationships" id="2147483653" r:id="R5326d7a475bf4265"/>
    <p:sldLayoutId xmlns:r="http://schemas.openxmlformats.org/officeDocument/2006/relationships" id="2147483654" r:id="R601a14ee9dd949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0a3e4c5f46485b" /><Relationship Type="http://schemas.openxmlformats.org/officeDocument/2006/relationships/notesSlide" Target="/ppt/notesSlides/notesSlide1.xml" Id="Reae05917ccdb40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d5e11bf20246e1" /><Relationship Type="http://schemas.openxmlformats.org/officeDocument/2006/relationships/notesSlide" Target="/ppt/notesSlides/notesSlide2.xml" Id="Re83a005c04144b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0e2c6cf1bd47f5" /><Relationship Type="http://schemas.openxmlformats.org/officeDocument/2006/relationships/notesSlide" Target="/ppt/notesSlides/notesSlide3.xml" Id="Rd1a969aa198b46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13a60174e48dd" /><Relationship Type="http://schemas.openxmlformats.org/officeDocument/2006/relationships/notesSlide" Target="/ppt/notesSlides/notesSlide4.xml" Id="R1d73c7f2ed864a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7428e6077b4478" /><Relationship Type="http://schemas.openxmlformats.org/officeDocument/2006/relationships/notesSlide" Target="/ppt/notesSlides/notesSlide5.xml" Id="Raafb04c03f4c4b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957202bfc24e1c" /><Relationship Type="http://schemas.openxmlformats.org/officeDocument/2006/relationships/notesSlide" Target="/ppt/notesSlides/notesSlide6.xml" Id="R350b0d5df2ed4c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c856497d6a4bfc" /><Relationship Type="http://schemas.openxmlformats.org/officeDocument/2006/relationships/notesSlide" Target="/ppt/notesSlides/notesSlide7.xml" Id="R0f9228d3dcf948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51A74-D575-4B1F-95E0-8F308BAF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OpenRealm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E6C6E-00F5-4238-A01B-B43E1631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一个世界，无数创作者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1B2EB-F58C-4F94-8E4A-F0FDCAA6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One World. Many Creators.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C251C-A081-4ED4-858C-B1957809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基于 Monad 的开放式游戏共创协议</a:t>
            </a:r>
          </a:p>
        </p:txBody>
      </p:sp>
    </p:spTree>
    <p:extLst>
      <p:ext uri="{BB962C8B-B14F-4D97-AF65-F5344CB8AC3E}">
        <p14:creationId xmlns:p14="http://schemas.microsoft.com/office/powerpoint/2010/main" val="19968159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4902A-2B11-4428-9608-597A667A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独立创作者，不必独自造一个世界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54AEF-B4E2-4632-A602-FE6DC01B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魔法森林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ED67D-5304-4283-8CE4-21288F0F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装备锻造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3F9C1-18EA-44E2-843A-F46D826E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冒险故事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7B205-676B-4346-93AE-3C98FFF7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每个人都有出色的创意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659F2-FF68-4747-A4F8-2820538F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完整世界成本高，跨游戏合作又彼此割裂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3DBE1-748E-4425-9A19-B9BD8990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让他们共同创造同一个世界</a:t>
            </a:r>
          </a:p>
        </p:txBody>
      </p:sp>
    </p:spTree>
    <p:extLst>
      <p:ext uri="{BB962C8B-B14F-4D97-AF65-F5344CB8AC3E}">
        <p14:creationId xmlns:p14="http://schemas.microsoft.com/office/powerpoint/2010/main" val="14677559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7882E-702D-4D5B-B001-8FFFFB82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OpenRealm 的三个核心机制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7A129-2D8B-425F-8FE9-F693714F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3C016-127F-445A-9603-79EE999D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14312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共同创造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21D6D-C0FF-4CF1-8F80-C543CA4F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704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同一世界观，不同开发者创造游戏模块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36C13-E53E-4D39-B4BC-7F3BAC86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D7C97-C42E-4371-8B49-4DF47EE2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48050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共享身份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A92DA-1B75-458F-AADC-E6D07853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95675"/>
            <a:ext cx="704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统一链上 Passport，跨模块识别玩家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8C868-2437-4261-A72B-C52E682A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F3768-E775-4BAA-9161-29914A19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7529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透明分账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5A87F-F1C5-4EE8-8548-874254ED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00600"/>
            <a:ext cx="704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预先约定收入规则，智能合约自动执行</a:t>
            </a:r>
          </a:p>
        </p:txBody>
      </p:sp>
    </p:spTree>
    <p:extLst>
      <p:ext uri="{BB962C8B-B14F-4D97-AF65-F5344CB8AC3E}">
        <p14:creationId xmlns:p14="http://schemas.microsoft.com/office/powerpoint/2010/main" val="14411025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704DD-DC67-4201-8418-C6AC1AE9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Aetheria：共享世界的第一步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D8614-8E59-4398-8AA9-550CC03F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World Passport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78E09-4482-4C6F-87F1-85A67C4C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289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连接钱包，领取身份凭证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43C1A-092B-4576-B795-62E1839F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Mystic Forest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274E2-28D6-4B70-8E52-64E3DCBC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魔法森林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D90DC-8007-405E-A3D0-2BCBE87E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4812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Arcane Forge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F81A3-859F-4268-90A0-C17CD95A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奥术工坊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19BAB-6016-4E0A-B323-66701803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rPr>
              <a:t>不同创作者的模块，识别同一个玩家</a:t>
            </a:r>
          </a:p>
        </p:txBody>
      </p:sp>
    </p:spTree>
    <p:extLst>
      <p:ext uri="{BB962C8B-B14F-4D97-AF65-F5344CB8AC3E}">
        <p14:creationId xmlns:p14="http://schemas.microsoft.com/office/powerpoint/2010/main" val="3999985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B93E2-34AB-4FFA-BBEA-92140EE0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每次购买，都支持创作者与世界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13169-D25E-4254-B989-B815FB27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B986C-F11E-4192-9877-50063512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0A1F1-083A-40F0-890D-F0378598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模块开发者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02776-DF94-48DE-9480-6B995359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共享世界金库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59D6F-2344-48FF-A90D-BB21A209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获得模块收入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9DB83-7C10-423B-8C88-93E3DD15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01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支持世界持续建设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7AB81-C5D2-4648-8A59-0C67D757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Monad 智能合约按约定执行分账</a:t>
            </a:r>
          </a:p>
        </p:txBody>
      </p:sp>
    </p:spTree>
    <p:extLst>
      <p:ext uri="{BB962C8B-B14F-4D97-AF65-F5344CB8AC3E}">
        <p14:creationId xmlns:p14="http://schemas.microsoft.com/office/powerpoint/2010/main" val="1789889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FD673-0709-4CE4-812B-D9B93C8D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为什么选择 Monad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7918C-0E9B-4AE6-9DF9-C8C379EE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共同创造，需要共同遵守的规则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2FEF5-5594-44B5-8D2C-C7DF30F0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规则公开透明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6947F-08C4-4916-BD01-B2D9CFD8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智能合约执行约定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DF3F4-3AFD-43DE-A999-21E36EB5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减少对单一平台的信任依赖</a:t>
            </a:r>
          </a:p>
        </p:txBody>
      </p:sp>
    </p:spTree>
    <p:extLst>
      <p:ext uri="{BB962C8B-B14F-4D97-AF65-F5344CB8AC3E}">
        <p14:creationId xmlns:p14="http://schemas.microsoft.com/office/powerpoint/2010/main" val="5582714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D6E44-010F-48A5-B79D-F54DEC6A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每个人创造世界的一部分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4F4BC-146E-4A98-81CD-64FE9D40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所有人的创造，连接成更大的世界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86E17-2BAD-4FF6-B9F7-2BACD5F3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We don't need one big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120CE-EC0E-45BD-9B12-5E0BB3C2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to build one big world.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CEF83-8DAB-44C7-A434-AC5017E0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OpenRealm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C861B-7747-4F29-86E4-E7CA0E8D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912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056266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2026-10-17T09:54:19.6570000Z</dcterms:created>
  <dcterms:modified xsi:type="dcterms:W3CDTF">2026-10-17T09:54:19.6570000Z</dcterms:modified>
</coreProperties>
</file>